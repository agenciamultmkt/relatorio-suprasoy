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449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48463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UTILIZAÇÃO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TradePRO Promoter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 completo para promotoras e promotores em campo — do download do aplicativo até a conclusão do atendimento na loja.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988552" y="1353312"/>
            <a:ext cx="2020824" cy="4334256"/>
          </a:xfrm>
          <a:prstGeom prst="roundRect">
            <a:avLst>
              <a:gd name="adj" fmla="val 7240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work/assets/09_roteiro_inicia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052560" y="1417320"/>
            <a:ext cx="1892808" cy="42062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2.0  •  Atualizado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que você vai aprender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49808" y="18288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62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8288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Baixando e acessando o app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19088" y="182880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62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78040" y="18288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Conhecendo o menu principal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49808" y="27889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62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27889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Recebendo a carga do dia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278892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19088" y="27889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62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178040" y="27889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Selecionando e iniciando a loja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9808" y="3749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62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08760" y="3749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Executando as atividades e fotos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19088" y="374904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62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78040" y="3749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ponto e intervalo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49808" y="47091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62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508760" y="47091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Concluindo o atendimento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4709160"/>
            <a:ext cx="52120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1B1B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19088" y="470916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621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178040" y="47091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extras: roteiro e justificativa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486400" cy="5486400"/>
          </a:xfrm>
          <a:prstGeom prst="ellipse">
            <a:avLst/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C1D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822960" cy="82296"/>
          </a:xfrm>
          <a:prstGeom prst="rect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Baixando e Acessando o App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download na loja de aplicativos até o primeiro login vinculado à sua empresa.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9844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Baixe o app na loja do seu celular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 Play Store (Android) ou App Store (iPhone).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Pesquise por “TradePRO Promoter”.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Instalar e aguarde o download.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é da desenvolvedora TradePro Tecnologia — confira o ícone azul com o símbolo “P”.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6851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work/assets/01_googleplay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2520" y="914400"/>
            <a:ext cx="2324862" cy="5166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5820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do app na loja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ACESSO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1247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Abra o app e vincule seu telefone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773936"/>
            <a:ext cx="11109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abrir pela primeira vez, toque em Começar.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o número de telefone COM DDD cadastrado na sua empresa.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qual número usar? Consulte sua coordenadora antes de prosseguir.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0083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work/assets/02_splash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4091" y="3008376"/>
            <a:ext cx="1300277" cy="2889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09771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abertura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43320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1" descr="/home/claude/work/assets/03_vincular_telefone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7328" y="3008376"/>
            <a:ext cx="1300277" cy="2889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33008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telefone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9844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Autorize câmera e localização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vai pedir acesso à Localização, para confirmar sua presença na loja.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seguida, pedirá acesso à Câmera, usada para as fotos de atividade.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para permitir em cada permissão solicitada.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tocar em “Não permitir”, o aplicativo não vai funcionar corretamente.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5623560"/>
            <a:ext cx="5257800" cy="777240"/>
          </a:xfrm>
          <a:prstGeom prst="roundRect">
            <a:avLst>
              <a:gd name="adj" fmla="val 9412"/>
            </a:avLst>
          </a:prstGeom>
          <a:solidFill>
            <a:srgbClr val="FFF1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5623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A3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sem essas permissões liberadas, não é possível bater ponto nem enviar fotos das atividades.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6851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0" descr="/home/claude/work/assets/04_permissa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2520" y="914400"/>
            <a:ext cx="2324862" cy="51663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45820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Solicitação de permissões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1247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Confirme: permissões sempre ativas, não só “durante o uso”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773936"/>
            <a:ext cx="11109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 em Ajustes do celular → Apps → TradePRO Promoter → Permissões do app.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se Câmera e Localização aparecem em “Com permissão”. Toque em Localização e escolha Permitir o tempo todo — não deixe em “durante o uso do app”.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garante que o app funcione corretamente mesmo em segundo plano, sem travar durante o atendimento.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0083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work/assets/31_permissoes_ap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4091" y="3008376"/>
            <a:ext cx="1300277" cy="2889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09771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do app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43320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1" descr="/home/claude/work/assets/32_permissao_localizacao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7328" y="3008376"/>
            <a:ext cx="1300277" cy="2889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33008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o tempo todo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PRONTO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35040" y="1325880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03504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20840" y="129844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App instalado e pronto para uso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0350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vincular o telefone e liberar as permissões, você já cai na tela principal do app.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Dashboard: aqui você acompanha seus roteiros do dia.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daqui seguimos para conhecer o menu principal.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8755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work/assets/05_menu_top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1560" y="914400"/>
            <a:ext cx="2324862" cy="5166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principal aberto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486400" cy="5486400"/>
          </a:xfrm>
          <a:prstGeom prst="ellipse">
            <a:avLst/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C1D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822960" cy="82296"/>
          </a:xfrm>
          <a:prstGeom prst="rect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Conhecendo o Menu Principal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funções do app ficam reunidas em um único menu lateral.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 menu lateral reúne todas as funções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773936"/>
            <a:ext cx="11109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tela inicial com seus roteiros do dia.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Carga, Configurações, Lojas, Despesa e Levantamento de Estoque.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abaixo: Fotos Reprovadas, Mix de Produtos, Material Merchandising, Mural, Notificação, Pesquisa de Validade, Planogramas, Relatório de Fotos, Registro Ponto e Sincronização.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20083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work/assets/05_menu_top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4091" y="3008376"/>
            <a:ext cx="1300277" cy="2889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09771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cima do menu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3320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/home/claude/work/assets/06_menu_baixo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7328" y="3008376"/>
            <a:ext cx="1300277" cy="28895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33008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de baixo do menu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486400" cy="5486400"/>
          </a:xfrm>
          <a:prstGeom prst="ellipse">
            <a:avLst/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C1D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822960" cy="82296"/>
          </a:xfrm>
          <a:prstGeom prst="rect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Recebendo a Carga do Dia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iniciar o atendimento, sincronize as informações mais recentes da sua loja.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1247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Acesse Carga e receba as informações do dia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773936"/>
            <a:ext cx="1110996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menu, toque em Carga.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 data/hora em que a carga foi gerada e o tamanho do arquivo.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Receber carga para sincronizar.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isso sempre no início do expediente, antes de ir para a loja.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68216" y="3273552"/>
            <a:ext cx="1280160" cy="2688336"/>
          </a:xfrm>
          <a:prstGeom prst="roundRect">
            <a:avLst>
              <a:gd name="adj" fmla="val 11429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work/assets/06_menu_baix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32224" y="3337560"/>
            <a:ext cx="1152144" cy="2560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257904" y="600760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Carga pelo menu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43320" y="3273552"/>
            <a:ext cx="1280160" cy="2688336"/>
          </a:xfrm>
          <a:prstGeom prst="roundRect">
            <a:avLst>
              <a:gd name="adj" fmla="val 11429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1" descr="/home/claude/work/assets/07_receber_carga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7328" y="3337560"/>
            <a:ext cx="1152144" cy="2560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33008" y="6007608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Receber carga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486400" cy="5486400"/>
          </a:xfrm>
          <a:prstGeom prst="ellipse">
            <a:avLst/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C1D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822960" cy="82296"/>
          </a:xfrm>
          <a:prstGeom prst="rect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Selecionando e Iniciando a Loja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roteiro do dia e dê início ao atendimento.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9844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Encontre a loja nas abas de status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tela inicial (Roteiros/Dashboard), use as abas Hoje, Aberto, Execução e Finalizado para localizar seu atendimento.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</a:t>
            </a:r>
            <a:r>
              <a:rPr lang="en-US" sz="1450" dirty="0" err="1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</a:t>
            </a: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abrir o roteiro correspondente.</a:t>
            </a:r>
            <a:endParaRPr lang="en-US" sz="1450" dirty="0"/>
          </a:p>
          <a:p>
            <a:pPr algn="l">
              <a:spcAft>
                <a:spcPts val="1000"/>
              </a:spcAft>
              <a:buSzPct val="100000"/>
            </a:pP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6851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work/assets/08_roteiros_aber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2520" y="914400"/>
            <a:ext cx="2324862" cy="5166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5820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roteiros por status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ATENDIMENTO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35040" y="1325880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03504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20840" y="129844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Toque em “Iniciar” para começar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0350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 nome da loja e a data no topo da tela.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quantas atividades estão previstas nesse roteiro (campo Atividades).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no botão verde Iniciar para dar início ao atendimento.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8755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work/assets/09_roteiro_inicia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1560" y="914400"/>
            <a:ext cx="2324862" cy="5166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do roteiro — Iniciar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1247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Fotografe a fachada da loja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773936"/>
            <a:ext cx="11109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depois de tocar em Iniciar, a câmera abre automaticamente pedindo a Foto de Fachada.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 foto é obrigatória: sem ela o roteiro não avança para a execução das atividades.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 a foto e toque em enviar para confirmar.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0083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work/assets/13_tirar_f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4091" y="3008376"/>
            <a:ext cx="1300277" cy="28895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09771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a foto de fachada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43320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1" descr="/home/claude/work/assets/14_enviar_foto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7328" y="3008376"/>
            <a:ext cx="1300277" cy="2889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33008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a foto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486400" cy="5486400"/>
          </a:xfrm>
          <a:prstGeom prst="ellipse">
            <a:avLst/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C1D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822960" cy="82296"/>
          </a:xfrm>
          <a:prstGeom prst="rect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Executando as Atividades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Reponha as bancadas e registre cada etapa com fotos.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Loja em execução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iniciar e enviar a foto de fachada, a loja aparece em amarelo com o status Execução na sua lista de roteiros.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sinal de que o atendimento está em andamento.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novamente na loja para acessar as atividades.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6851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work/assets/10_roteiro_execuca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2520" y="914400"/>
            <a:ext cx="2324862" cy="5166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820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em execução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Entre na rotina e escolha a categoria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11109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roteiro, toque em PADRÃO: Atividades para ver os clientes atendidos naquela loja.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cliente (ex.: INGLEZA) e depois a categoria que deseja abastecer (Cozinha, Calçados, Desinfetante, Kits, Multiuso, Perfumado, Trat Pisos e Móveis, entre outras).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percentual ao lado de cada categoria mostra quanto já foi concluído.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92524" y="2660904"/>
            <a:ext cx="1555852" cy="3300984"/>
          </a:xfrm>
          <a:prstGeom prst="roundRect">
            <a:avLst>
              <a:gd name="adj" fmla="val 940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/home/claude/work/assets/11_rotina_padrao_client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56532" y="2724912"/>
            <a:ext cx="1427836" cy="3172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82212" y="6007608"/>
            <a:ext cx="1976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o cliente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43320" y="2660904"/>
            <a:ext cx="1555852" cy="3300984"/>
          </a:xfrm>
          <a:prstGeom prst="roundRect">
            <a:avLst>
              <a:gd name="adj" fmla="val 940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/home/claude/work/assets/12_lista_categoria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7328" y="2724912"/>
            <a:ext cx="1427836" cy="31729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33008" y="6007608"/>
            <a:ext cx="1976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a categoria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Tire e envie a foto da bancada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11109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tocar na categoria, a câmera abre automaticamente pedindo a Foto de Depois.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Fotografe a gondola já reposta e organizada e toque em enviar.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enviar quantas fotos forem necessárias: para mandar mais de uma, basta selecionar a categoria novamente — não existe limite.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92524" y="2660904"/>
            <a:ext cx="1555852" cy="3300984"/>
          </a:xfrm>
          <a:prstGeom prst="roundRect">
            <a:avLst>
              <a:gd name="adj" fmla="val 940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/home/claude/work/assets/13b_depois_tirar_f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56532" y="2724912"/>
            <a:ext cx="1427836" cy="3172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82212" y="6007608"/>
            <a:ext cx="1976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a foto da bancada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43320" y="2660904"/>
            <a:ext cx="1555852" cy="3300984"/>
          </a:xfrm>
          <a:prstGeom prst="roundRect">
            <a:avLst>
              <a:gd name="adj" fmla="val 940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/home/claude/work/assets/14b_depois_enviar_fo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07328" y="2724912"/>
            <a:ext cx="1427836" cy="31729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33008" y="6007608"/>
            <a:ext cx="1976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a foto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486400" cy="5486400"/>
          </a:xfrm>
          <a:prstGeom prst="ellipse">
            <a:avLst/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C1D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822960" cy="82296"/>
          </a:xfrm>
          <a:prstGeom prst="rect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Registro de Ponto e Intervalo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sua jornada e o saldo de horas em tempo real.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9844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Registre entrada, saída e retorno do almoço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Registro Ponto no menu lateral.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mostra sua Jornada prevista, o Intervalo e o Saldo de horas do dia.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no botão azul para registrar cada marcação, na ordem: Entrada 1 → Saída 1 (almoço) → Entrada 2 (retorno) → Saída 2 (fim do expediente).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6851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work/assets/16_ponto_registrar_entrada2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2520" y="914400"/>
            <a:ext cx="2324862" cy="5166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5820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ponto com saldo de horas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03504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0" y="1325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Durante o intervalo, o app fica bloqueado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0350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registrar a Saída 1 (início do almoço), o app bloqueia automaticamente o acesso pelo tempo de intervalo configurado (nesse exemplo, 1 hora).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mostra a Jornada e a Tolerância — aguarde o intervalo terminar para conseguir usar o app novamente.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Tentar novamente assim que o horário do intervalo tiver passado, para registrar a Entrada 2 (retorno).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98755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work/assets/19_app_bloquead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1560" y="914400"/>
            <a:ext cx="2324862" cy="5166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bloqueado durante o intervalo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Jornada completa: saldo final do dia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registrar as 4 marcações do dia (entrada, saída, retorno e saída final), a tela mostra o Saldo de horas final.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negativo em vermelho indica horas faltantes em relação ao previsto.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o hábito de checar essa tela antes de sair da loja.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66851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6" name="Image 0" descr="/home/claude/work/assets/18_ponto_complet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2520" y="914400"/>
            <a:ext cx="2324862" cy="5166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5820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completos do dia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486400" cy="5486400"/>
          </a:xfrm>
          <a:prstGeom prst="ellipse">
            <a:avLst/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C1D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822960" cy="82296"/>
          </a:xfrm>
          <a:prstGeom prst="rect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Concluindo o Atendimento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o roteiro e confirme o encerramento do dia.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FINALIZAÇÃO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316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9844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Toque em “Concluir” para finalizar a loja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 para a tela do roteiro (status Execução).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se todas as atividades/categorias foram realizadas.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no botão amarelo Concluir para encerrar o atendimento naquela loja.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6851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9" name="Image 0" descr="/home/claude/work/assets/20_concluir_loj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2520" y="914400"/>
            <a:ext cx="2324862" cy="5166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5820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roteiro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502920" cy="502920"/>
          </a:xfrm>
          <a:prstGeom prst="ellipse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859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84124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Confirme o registro de ponto de saída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11109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concluir, o app pode perguntar se deseja usar o horário de conclusão do roteiro como a 2ª saída do ponto.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Confirmar registro (recomendado) ou Não usar, se preferir registrar manualmente depois.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loja passa então para o status Finalizado enviado na sua lista de roteiros.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92524" y="2660904"/>
            <a:ext cx="1555852" cy="3300984"/>
          </a:xfrm>
          <a:prstGeom prst="roundRect">
            <a:avLst>
              <a:gd name="adj" fmla="val 940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/home/claude/work/assets/21_confirmar_ponto_modal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56532" y="2724912"/>
            <a:ext cx="1427836" cy="3172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82212" y="6007608"/>
            <a:ext cx="1976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registro de ponto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43320" y="2660904"/>
            <a:ext cx="1555852" cy="3300984"/>
          </a:xfrm>
          <a:prstGeom prst="roundRect">
            <a:avLst>
              <a:gd name="adj" fmla="val 940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1" name="Image 1" descr="/home/claude/work/assets/22_finalizado_enviado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7328" y="2724912"/>
            <a:ext cx="1427836" cy="31729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33008" y="6007608"/>
            <a:ext cx="1976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finalizado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5486400" cy="5486400"/>
          </a:xfrm>
          <a:prstGeom prst="ellipse">
            <a:avLst/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22860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0C1D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08</a:t>
            </a:r>
            <a:endParaRPr lang="en-US" sz="90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822960" cy="82296"/>
          </a:xfrm>
          <a:prstGeom prst="rect">
            <a:avLst/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Funções Extras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um novo roteiro ou justificar a não visita a uma loja.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EXTRAS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Acesse pelo menu suspenso (seta verde)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tela de Roteiros, toque na seta verde no canto superior direito.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opções aparecem: Justificar roteiro e Adicionar roteiro.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Adicionar roteiro quando precisar criar um atendimento que não veio na carga do dia.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Justificar roteiro quando não for possível visitar a loja prevista.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6851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work/assets/23_menu_justificar_adiciona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2520" y="914400"/>
            <a:ext cx="2324862" cy="5166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suspenso de opções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ROTEIRO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Preencha os dados do novo roteiro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773936"/>
            <a:ext cx="11109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 Data (preenchida automaticamente).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Cliente e selecione a loja na lista (ou busque pelo nome/código).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Tipo Roteiro e escolha entre Contrato ou Roteiro Padrão.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20083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work/assets/24_criar_roteiro_vazi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4091" y="3008376"/>
            <a:ext cx="1300277" cy="2889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09771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Criar Roteiro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3320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/home/claude/work/assets/25_modal_lojas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7328" y="3008376"/>
            <a:ext cx="1300277" cy="28895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33008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a loja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ROTEIRO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Confirme o tipo e crie o roteiro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773936"/>
            <a:ext cx="11109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tipo de roteiro e toque em Continuar.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uma Observação, se necessário.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os clientes que serão atendidos e toque em Criar Roteiro.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20083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work/assets/26_modal_tipo_roteir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4091" y="3008376"/>
            <a:ext cx="1300277" cy="2889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09771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roteiro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3320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/home/claude/work/assets/27_criar_roteiro_preenchido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7328" y="3008376"/>
            <a:ext cx="1300277" cy="28895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33008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preenchido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ROTEIRO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2471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Selecione a loja que não será visitada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773936"/>
            <a:ext cx="111099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tela de justificativa, escolha o roteiro/loja na lista.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Justificar fica desabilitado até que uma loja seja selecionada.</a:t>
            </a:r>
            <a:endParaRPr lang="en-US" sz="13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marcada a loja, o botão fica habilitado em vermelho.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20083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work/assets/28_justificar_loja_nao_selecionada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84091" y="3008376"/>
            <a:ext cx="1300277" cy="2889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09771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selecionar a loja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43320" y="2944368"/>
            <a:ext cx="1428293" cy="3017520"/>
          </a:xfrm>
          <a:prstGeom prst="roundRect">
            <a:avLst>
              <a:gd name="adj" fmla="val 10243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/home/claude/work/assets/29_justificar_loja_selecionada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7328" y="3008376"/>
            <a:ext cx="1300277" cy="28895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33008" y="6007608"/>
            <a:ext cx="18489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selecionada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132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ROTEIRO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32A4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Informe o motivo da não visita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257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Anexe um arquivo se precisar (foto, PDF, planilha ou documento).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Motivo de não visita ao cliente (ex.: Problemas com app).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rapidamente o ocorrido no campo de explicação.</a:t>
            </a:r>
            <a:endParaRPr lang="en-US" sz="1450" dirty="0"/>
          </a:p>
          <a:p>
            <a:pPr marL="228600" indent="-228600" algn="l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C3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Finalizar para enviar a justificativa.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668512" y="850392"/>
            <a:ext cx="2452878" cy="5294376"/>
          </a:xfrm>
          <a:prstGeom prst="roundRect">
            <a:avLst>
              <a:gd name="adj" fmla="val 596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 0" descr="/home/claude/work/assets/30_modal_justifica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32520" y="914400"/>
            <a:ext cx="2324862" cy="5166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58200" y="6190488"/>
            <a:ext cx="28735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Justificar não visita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MULT  •  Guia TradePRO Promoter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32A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02920" y="347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</a:t>
            </a:r>
            <a:r>
              <a:rPr lang="en-US" sz="1400" b="1" kern="0" spc="50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Resumo — Importante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75564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iniciar pela loja (Iniciar) e enviar a foto de fachada antes de seguir para as atividades.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450592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59436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esquecer de tocar em Concluir ao finalizar o atendimento.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3072384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9992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corretamente: entrada, almoço, retorno e saída.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4360" y="3694176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94360" y="3685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362102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intervalo o app fica bloqueado — é normal, aguarde o tempo configurado.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94360" y="4315968"/>
            <a:ext cx="256032" cy="256032"/>
          </a:xfrm>
          <a:prstGeom prst="roundRect">
            <a:avLst>
              <a:gd name="adj" fmla="val 21429"/>
            </a:avLst>
          </a:prstGeom>
          <a:solidFill>
            <a:srgbClr val="F2621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94360" y="4306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24281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problemas, use Justificar roteiro em vez de simplesmente não visitar a loja.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94360" y="5166360"/>
            <a:ext cx="8138160" cy="1051560"/>
          </a:xfrm>
          <a:prstGeom prst="roundRect">
            <a:avLst>
              <a:gd name="adj" fmla="val 8696"/>
            </a:avLst>
          </a:prstGeom>
          <a:solidFill>
            <a:srgbClr val="0C1D3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14400" y="5166360"/>
            <a:ext cx="7498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6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r>
              <a:rPr lang="en-US" sz="150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com sua coordenadora ou ligue: (21) 99117-3579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262872" y="1307592"/>
            <a:ext cx="2185416" cy="4700016"/>
          </a:xfrm>
          <a:prstGeom prst="roundRect">
            <a:avLst>
              <a:gd name="adj" fmla="val 6695"/>
            </a:avLst>
          </a:prstGeom>
          <a:solidFill>
            <a:srgbClr val="0C1D33"/>
          </a:solidFill>
          <a:ln/>
          <a:effectLst>
            <a:outerShdw blurRad="127000" dist="38100" dir="5400000" algn="bl" rotWithShape="0">
              <a:srgbClr val="1B1B1B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3" name="Image 0" descr="/home/claude/work/assets/22_finalizado_enviado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26880" y="1371600"/>
            <a:ext cx="20574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1986</Words>
  <Application>Microsoft Office PowerPoint</Application>
  <PresentationFormat>Widescreen</PresentationFormat>
  <Paragraphs>312</Paragraphs>
  <Slides>34</Slides>
  <Notes>34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Century Schoolbook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Coordenação Mult</cp:lastModifiedBy>
  <cp:revision>3</cp:revision>
  <dcterms:created xsi:type="dcterms:W3CDTF">2026-08-17T14:59:34Z</dcterms:created>
  <dcterms:modified xsi:type="dcterms:W3CDTF">2026-08-17T15:11:30Z</dcterms:modified>
</cp:coreProperties>
</file>